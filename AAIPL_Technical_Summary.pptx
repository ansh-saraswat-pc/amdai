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ADCFC"/>
                </a:solidFill>
              </a:rPr>
              <a:t>AAIPL Hackathon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Logical Reasoning MCQ System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ADCFC"/>
                </a:solidFill>
              </a:rPr>
              <a:t>Technical Summary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Syllogisms  •  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Seating Arrangements  •  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Blood Relations  •  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Mixed Series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</a:rPr>
              <a:t>Whitelisted Models: Qwen-3-4B • No RAG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Overview &amp; Agent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291840"/>
          </a:xfrm>
          <a:prstGeom prst="rect">
            <a:avLst/>
          </a:prstGeom>
          <a:solidFill>
            <a:srgbClr val="E0F2F1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Dual-Agent Architecture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5661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2C3E50"/>
                </a:solidFill>
              </a:rPr>
              <a:t>Q-Agent (Question Generator)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Generates 4-option MCQs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Creates logical distractors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Enforces strict JSON format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 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2C3E50"/>
                </a:solidFill>
              </a:rPr>
              <a:t>A-Agent (Answer Model)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Solves reasoning questions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Chain-of-Thought prompting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Returns answer + reasoning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3291840"/>
          </a:xfrm>
          <a:prstGeom prst="rect">
            <a:avLst/>
          </a:prstGeom>
          <a:solidFill>
            <a:srgbClr val="ECF0F1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20-Questions Game Format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37760" y="1737360"/>
            <a:ext cx="35661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2C3E50"/>
                </a:solidFill>
              </a:rPr>
              <a:t>Tournament Structure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Each team's Q-Agent generates 20 MCQs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Opponent's A-Agent attempts to solve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Scoring based on difficulty vs accuracy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 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2C3E50"/>
                </a:solidFill>
              </a:rPr>
              <a:t>Quality Filters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40% of questions must pass validation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Ensures balanced difficulty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</a:rPr>
              <a:t>Penalizes trivial/invalid questions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Q-Agent: Question Generation Optimization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solidFill>
            <a:srgbClr val="FFFFFF"/>
          </a:solidFill>
          <a:ln w="381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3716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High-Quality MCQ Generation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</a:rPr>
              <a:t>Topic-Specific Prompts: </a:t>
            </a:r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Specialized templates for each reasoning type (Syllogisms, Seating, Blood Relations, Series)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</a:rPr>
              <a:t>Difficulty Calibration: </a:t>
            </a:r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Multi-step reasoning paths to avoid trivial questions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</a:rPr>
              <a:t>Logical Distractors: </a:t>
            </a:r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Wrong options derived from common reasoning errors (not random)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Strict JSON Output Enforcement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</a:rPr>
              <a:t>Schema Validation: </a:t>
            </a:r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Required fields: topic, question, choices (array of 4), answer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</a:rPr>
              <a:t>Parsing Strategy: </a:t>
            </a:r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Multi-pattern regex extraction + JSON cleanup for malformed outputs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</a:rPr>
              <a:t>Retry Mechanism: </a:t>
            </a:r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Up to 2 retry attempts with temperature adjustment on JSON parse failures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A-Agent: Reasoning Strategy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291840"/>
          </a:xfrm>
          <a:prstGeom prst="rect">
            <a:avLst/>
          </a:prstGeom>
          <a:solidFill>
            <a:srgbClr val="E0F2F1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Chain-of-Thought Prompting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2C3E50"/>
                </a:solidFill>
              </a:rPr>
              <a:t>Structured Prompt Design</a:t>
            </a:r>
            <a:endParaRPr lang="en-US" sz="1200" dirty="0"/>
          </a:p>
          <a:p>
            <a:pPr lvl="1" marL="6858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Clear role: "Expert at solving logical reasoning"</a:t>
            </a:r>
            <a:endParaRPr lang="en-US" sz="1200" dirty="0"/>
          </a:p>
          <a:p>
            <a:pPr lvl="1" marL="6858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Explicit format: "Answer: [A/B/C/D]\nReason: [explanation]"</a:t>
            </a:r>
            <a:endParaRPr lang="en-US" sz="1200" dirty="0"/>
          </a:p>
          <a:p>
            <a:pPr lvl="1" marL="6858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Letter-based choices (A-D) vs numbers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2C3E50"/>
                </a:solidFill>
              </a:rPr>
              <a:t>Step-by-Step Reasoning</a:t>
            </a:r>
            <a:endParaRPr lang="en-US" sz="1200" dirty="0"/>
          </a:p>
          <a:p>
            <a:pPr lvl="1" marL="6858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Analyze constraints systematically</a:t>
            </a:r>
            <a:endParaRPr lang="en-US" sz="1200" dirty="0"/>
          </a:p>
          <a:p>
            <a:pPr lvl="1" marL="6858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Eliminate impossible options</a:t>
            </a:r>
            <a:endParaRPr lang="en-US" sz="1200" dirty="0"/>
          </a:p>
          <a:p>
            <a:pPr lvl="1" marL="6858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Justify final selection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3291840"/>
          </a:xfrm>
          <a:prstGeom prst="rect">
            <a:avLst/>
          </a:prstGeom>
          <a:solidFill>
            <a:srgbClr val="ECF0F1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100-Word Reasoning Limit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0" y="173736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2C3E50"/>
                </a:solidFill>
              </a:rPr>
              <a:t>Conciseness Optimization</a:t>
            </a:r>
            <a:endParaRPr lang="en-US" sz="1200" dirty="0"/>
          </a:p>
          <a:p>
            <a:pPr lvl="1" marL="6858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Prompt instructs: "1-2 sentences only"</a:t>
            </a:r>
            <a:endParaRPr lang="en-US" sz="1200" dirty="0"/>
          </a:p>
          <a:p>
            <a:pPr lvl="1" marL="6858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Focus on key logical steps</a:t>
            </a:r>
            <a:endParaRPr lang="en-US" sz="1200" dirty="0"/>
          </a:p>
          <a:p>
            <a:pPr lvl="1" marL="6858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Avoid redundant explanations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2C3E50"/>
                </a:solidFill>
              </a:rPr>
              <a:t>Post-Processing</a:t>
            </a:r>
            <a:endParaRPr lang="en-US" sz="1200" dirty="0"/>
          </a:p>
          <a:p>
            <a:pPr lvl="1" marL="6858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Automatic truncation at 100 words</a:t>
            </a:r>
            <a:endParaRPr lang="en-US" sz="1200" dirty="0"/>
          </a:p>
          <a:p>
            <a:pPr lvl="1" marL="6858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Preserves answer correctness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2C3E50"/>
                </a:solidFill>
              </a:rPr>
              <a:t>Actual Performance</a:t>
            </a:r>
            <a:endParaRPr lang="en-US" sz="1200" dirty="0"/>
          </a:p>
          <a:p>
            <a:pPr lvl="1" marL="6858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Average: 20-50 words per reasoning</a:t>
            </a:r>
            <a:endParaRPr lang="en-US" sz="1200" dirty="0"/>
          </a:p>
          <a:p>
            <a:pPr lvl="1" marL="6858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80 tokens output limit enforced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Technical Constraints &amp; Efficiency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1554480"/>
          </a:xfrm>
          <a:prstGeom prst="rect">
            <a:avLst/>
          </a:prstGeom>
          <a:solidFill>
            <a:srgbClr val="E0F2F1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34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Time Limit Compliance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Q-Agent: 13 seconds per question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</a:rPr>
              <a:t>A-Agent: 9 seconds per answer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</a:rPr>
              <a:t>Achieved: </a:t>
            </a:r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</a:rPr>
              <a:t>Q: ~8-11s avg, A: 2-4s avg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1554480"/>
          </a:xfrm>
          <a:prstGeom prst="rect">
            <a:avLst/>
          </a:prstGeom>
          <a:solidFill>
            <a:srgbClr val="ECF0F1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234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Token Management (≤1024 total)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0" y="160020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</a:rPr>
              <a:t>Input tokens: </a:t>
            </a:r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Concise prompts (~200-400 tokens)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</a:rPr>
              <a:t>Output tokens: </a:t>
            </a:r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Max 80 tokens enforced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</a:rPr>
              <a:t>Total: </a:t>
            </a:r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</a:rPr>
              <a:t>300-500 tokens typical (well under limit)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8229600" cy="1600200"/>
          </a:xfrm>
          <a:prstGeom prst="rect">
            <a:avLst/>
          </a:prstGeom>
          <a:solidFill>
            <a:srgbClr val="FFFFFF"/>
          </a:solidFill>
          <a:ln w="381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30175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Key Optimization Techniques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3429000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</a:rPr>
              <a:t>8-bit Quantization: </a:t>
            </a:r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Reduces model memory by ~50%, minimal accuracy loss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</a:rPr>
              <a:t>Temperature Tuning: </a:t>
            </a:r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0.4 (A-Agent) prevents degenerate outputs while maintaining quality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</a:rPr>
              <a:t>Sampling Parameters: </a:t>
            </a:r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top_p=0.9, repetition_penalty=1.2 for coherent generation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</a:rPr>
              <a:t>Greedy Decoding: </a:t>
            </a:r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num_beams=1 for speed without sacrificing quality on reasoning tasks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Performance &amp; Scaling Strategy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371600" y="1371600"/>
            <a:ext cx="1828800" cy="109728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371600" y="1554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40%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371600" y="2103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Question Pass Rate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0" y="1371600"/>
            <a:ext cx="1828800" cy="109728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0" y="1554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5-7 min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3657600" y="2103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100 Questions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0" y="1371600"/>
            <a:ext cx="1828800" cy="109728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0" y="1554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80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5943600" y="2103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Token Output Limit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</a:rPr>
              <a:t>Batch Processing Strategy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329184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Batch Size Optimization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</a:rPr>
              <a:t>Process 5 questions per batch for optimal GPU utilization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</a:rPr>
              <a:t>Balance between memory usage and throughput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Quality Filter Implementation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</a:rPr>
              <a:t>Validates JSON structure, answer correctness, and distractor quality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</a:rPr>
              <a:t>Ensures 40% pass rate through iterative generation with feedback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Scaling Considerations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</a:rPr>
              <a:t>GPU memory: ~8GB for 8-bit quantized Qwen-3-4B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</a:rPr>
              <a:t>Linear scaling: Can process 1000+ questions in under 90 minutes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Logical Reasoning MCQ System - Technical Summary</dc:title>
  <dc:subject>PptxGenJS Presentation</dc:subject>
  <dc:creator>AAIPL Hackathon Team</dc:creator>
  <cp:lastModifiedBy>AAIPL Hackathon Team</cp:lastModifiedBy>
  <cp:revision>1</cp:revision>
  <dcterms:created xsi:type="dcterms:W3CDTF">2026-02-15T08:30:44Z</dcterms:created>
  <dcterms:modified xsi:type="dcterms:W3CDTF">2026-02-15T08:30:44Z</dcterms:modified>
</cp:coreProperties>
</file>